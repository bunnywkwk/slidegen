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4" r:id="rId2"/>
    <p:sldId id="258" r:id="rId3"/>
    <p:sldId id="618" r:id="rId4"/>
    <p:sldId id="619" r:id="rId5"/>
    <p:sldId id="620" r:id="rId6"/>
    <p:sldId id="621" r:id="rId7"/>
    <p:sldId id="622" r:id="rId8"/>
    <p:sldId id="623" r:id="rId9"/>
    <p:sldId id="624" r:id="rId10"/>
    <p:sldId id="625" r:id="rId11"/>
    <p:sldId id="626" r:id="rId12"/>
    <p:sldId id="627" r:id="rId13"/>
    <p:sldId id="628" r:id="rId14"/>
    <p:sldId id="629" r:id="rId15"/>
    <p:sldId id="630" r:id="rId16"/>
    <p:sldId id="631" r:id="rId17"/>
    <p:sldId id="632" r:id="rId18"/>
    <p:sldId id="633" r:id="rId19"/>
    <p:sldId id="634" r:id="rId20"/>
    <p:sldId id="635" r:id="rId21"/>
    <p:sldId id="636" r:id="rId22"/>
    <p:sldId id="637" r:id="rId23"/>
    <p:sldId id="638" r:id="rId24"/>
    <p:sldId id="639" r:id="rId25"/>
    <p:sldId id="646" r:id="rId26"/>
    <p:sldId id="64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78" d="100"/>
          <a:sy n="78" d="100"/>
        </p:scale>
        <p:origin x="715"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83D7-5BCA-3E0E-CC21-97E66C58FF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6923D6DE-B143-17BB-DC58-0BBD51EA52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A002CDBE-CB62-A24F-45E1-562191FB9C51}"/>
              </a:ext>
            </a:extLst>
          </p:cNvPr>
          <p:cNvSpPr>
            <a:spLocks noGrp="1"/>
          </p:cNvSpPr>
          <p:nvPr>
            <p:ph type="dt" sz="half" idx="10"/>
          </p:nvPr>
        </p:nvSpPr>
        <p:spPr/>
        <p:txBody>
          <a:bodyPr/>
          <a:lstStyle/>
          <a:p>
            <a:fld id="{4F43AB6B-8AF1-4C55-A873-A5410B4508C2}" type="datetimeFigureOut">
              <a:rPr lang="en-PH" smtClean="0"/>
              <a:t>3/4/2026</a:t>
            </a:fld>
            <a:endParaRPr lang="en-PH"/>
          </a:p>
        </p:txBody>
      </p:sp>
      <p:sp>
        <p:nvSpPr>
          <p:cNvPr id="5" name="Footer Placeholder 4">
            <a:extLst>
              <a:ext uri="{FF2B5EF4-FFF2-40B4-BE49-F238E27FC236}">
                <a16:creationId xmlns:a16="http://schemas.microsoft.com/office/drawing/2014/main" id="{980AC6D3-4202-7764-1E5B-FC1DB74D9456}"/>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0A37AADC-ABCE-D644-7E03-8925E79E403A}"/>
              </a:ext>
            </a:extLst>
          </p:cNvPr>
          <p:cNvSpPr>
            <a:spLocks noGrp="1"/>
          </p:cNvSpPr>
          <p:nvPr>
            <p:ph type="sldNum" sz="quarter" idx="12"/>
          </p:nvPr>
        </p:nvSpPr>
        <p:spPr/>
        <p:txBody>
          <a:bodyPr/>
          <a:lstStyle/>
          <a:p>
            <a:fld id="{5CFBCFB2-3F2D-40A6-B3F5-5D9C6CCD3017}" type="slidenum">
              <a:rPr lang="en-PH" smtClean="0"/>
              <a:t>‹#›</a:t>
            </a:fld>
            <a:endParaRPr lang="en-PH"/>
          </a:p>
        </p:txBody>
      </p:sp>
    </p:spTree>
    <p:extLst>
      <p:ext uri="{BB962C8B-B14F-4D97-AF65-F5344CB8AC3E}">
        <p14:creationId xmlns:p14="http://schemas.microsoft.com/office/powerpoint/2010/main" val="3743880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588CA-B994-28E7-F986-FB659B386404}"/>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416E8B92-54EE-93BF-BCDE-4B7D3E8AB5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67E5694E-9B4D-45BF-126A-91AC8F0BBE73}"/>
              </a:ext>
            </a:extLst>
          </p:cNvPr>
          <p:cNvSpPr>
            <a:spLocks noGrp="1"/>
          </p:cNvSpPr>
          <p:nvPr>
            <p:ph type="dt" sz="half" idx="10"/>
          </p:nvPr>
        </p:nvSpPr>
        <p:spPr/>
        <p:txBody>
          <a:bodyPr/>
          <a:lstStyle/>
          <a:p>
            <a:fld id="{4F43AB6B-8AF1-4C55-A873-A5410B4508C2}" type="datetimeFigureOut">
              <a:rPr lang="en-PH" smtClean="0"/>
              <a:t>3/4/2026</a:t>
            </a:fld>
            <a:endParaRPr lang="en-PH"/>
          </a:p>
        </p:txBody>
      </p:sp>
      <p:sp>
        <p:nvSpPr>
          <p:cNvPr id="5" name="Footer Placeholder 4">
            <a:extLst>
              <a:ext uri="{FF2B5EF4-FFF2-40B4-BE49-F238E27FC236}">
                <a16:creationId xmlns:a16="http://schemas.microsoft.com/office/drawing/2014/main" id="{06CF31ED-36F5-675A-77CF-E07A40605941}"/>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65FC18E-37B7-C5D7-5375-B3055215F434}"/>
              </a:ext>
            </a:extLst>
          </p:cNvPr>
          <p:cNvSpPr>
            <a:spLocks noGrp="1"/>
          </p:cNvSpPr>
          <p:nvPr>
            <p:ph type="sldNum" sz="quarter" idx="12"/>
          </p:nvPr>
        </p:nvSpPr>
        <p:spPr/>
        <p:txBody>
          <a:bodyPr/>
          <a:lstStyle/>
          <a:p>
            <a:fld id="{5CFBCFB2-3F2D-40A6-B3F5-5D9C6CCD3017}" type="slidenum">
              <a:rPr lang="en-PH" smtClean="0"/>
              <a:t>‹#›</a:t>
            </a:fld>
            <a:endParaRPr lang="en-PH"/>
          </a:p>
        </p:txBody>
      </p:sp>
    </p:spTree>
    <p:extLst>
      <p:ext uri="{BB962C8B-B14F-4D97-AF65-F5344CB8AC3E}">
        <p14:creationId xmlns:p14="http://schemas.microsoft.com/office/powerpoint/2010/main" val="3622641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0C707-4F73-3737-081A-CAD29EB945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C798668C-E06B-FF4E-3436-3A13417C60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BC5EC6-2587-4E49-A4DE-A080D48224F2}"/>
              </a:ext>
            </a:extLst>
          </p:cNvPr>
          <p:cNvSpPr>
            <a:spLocks noGrp="1"/>
          </p:cNvSpPr>
          <p:nvPr>
            <p:ph type="dt" sz="half" idx="10"/>
          </p:nvPr>
        </p:nvSpPr>
        <p:spPr/>
        <p:txBody>
          <a:bodyPr/>
          <a:lstStyle/>
          <a:p>
            <a:fld id="{4F43AB6B-8AF1-4C55-A873-A5410B4508C2}" type="datetimeFigureOut">
              <a:rPr lang="en-PH" smtClean="0"/>
              <a:t>3/4/2026</a:t>
            </a:fld>
            <a:endParaRPr lang="en-PH"/>
          </a:p>
        </p:txBody>
      </p:sp>
      <p:sp>
        <p:nvSpPr>
          <p:cNvPr id="5" name="Footer Placeholder 4">
            <a:extLst>
              <a:ext uri="{FF2B5EF4-FFF2-40B4-BE49-F238E27FC236}">
                <a16:creationId xmlns:a16="http://schemas.microsoft.com/office/drawing/2014/main" id="{22A21A11-6413-26F7-CB1B-C2DDA2C3ED5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69D79966-710D-63B8-691F-61492D0D61ED}"/>
              </a:ext>
            </a:extLst>
          </p:cNvPr>
          <p:cNvSpPr>
            <a:spLocks noGrp="1"/>
          </p:cNvSpPr>
          <p:nvPr>
            <p:ph type="sldNum" sz="quarter" idx="12"/>
          </p:nvPr>
        </p:nvSpPr>
        <p:spPr/>
        <p:txBody>
          <a:bodyPr/>
          <a:lstStyle/>
          <a:p>
            <a:fld id="{5CFBCFB2-3F2D-40A6-B3F5-5D9C6CCD3017}" type="slidenum">
              <a:rPr lang="en-PH" smtClean="0"/>
              <a:t>‹#›</a:t>
            </a:fld>
            <a:endParaRPr lang="en-PH"/>
          </a:p>
        </p:txBody>
      </p:sp>
    </p:spTree>
    <p:extLst>
      <p:ext uri="{BB962C8B-B14F-4D97-AF65-F5344CB8AC3E}">
        <p14:creationId xmlns:p14="http://schemas.microsoft.com/office/powerpoint/2010/main" val="1635575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48061-401B-21E4-7AC2-605058D1959D}"/>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7871A02E-2908-9669-2312-DBFE9819F9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4C4234B6-DCF8-2FD1-18BD-961205253D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EFC5F1D6-2DE6-07E6-BC35-C1451A2BBC97}"/>
              </a:ext>
            </a:extLst>
          </p:cNvPr>
          <p:cNvSpPr>
            <a:spLocks noGrp="1"/>
          </p:cNvSpPr>
          <p:nvPr>
            <p:ph type="dt" sz="half" idx="10"/>
          </p:nvPr>
        </p:nvSpPr>
        <p:spPr/>
        <p:txBody>
          <a:bodyPr/>
          <a:lstStyle/>
          <a:p>
            <a:fld id="{4F43AB6B-8AF1-4C55-A873-A5410B4508C2}" type="datetimeFigureOut">
              <a:rPr lang="en-PH" smtClean="0"/>
              <a:t>3/4/2026</a:t>
            </a:fld>
            <a:endParaRPr lang="en-PH"/>
          </a:p>
        </p:txBody>
      </p:sp>
      <p:sp>
        <p:nvSpPr>
          <p:cNvPr id="6" name="Footer Placeholder 5">
            <a:extLst>
              <a:ext uri="{FF2B5EF4-FFF2-40B4-BE49-F238E27FC236}">
                <a16:creationId xmlns:a16="http://schemas.microsoft.com/office/drawing/2014/main" id="{9F3E7DA4-35B9-2432-086B-8F142CF60252}"/>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017AAC0-170D-81A7-262C-29AD11AD15E6}"/>
              </a:ext>
            </a:extLst>
          </p:cNvPr>
          <p:cNvSpPr>
            <a:spLocks noGrp="1"/>
          </p:cNvSpPr>
          <p:nvPr>
            <p:ph type="sldNum" sz="quarter" idx="12"/>
          </p:nvPr>
        </p:nvSpPr>
        <p:spPr/>
        <p:txBody>
          <a:bodyPr/>
          <a:lstStyle/>
          <a:p>
            <a:fld id="{5CFBCFB2-3F2D-40A6-B3F5-5D9C6CCD3017}" type="slidenum">
              <a:rPr lang="en-PH" smtClean="0"/>
              <a:t>‹#›</a:t>
            </a:fld>
            <a:endParaRPr lang="en-PH"/>
          </a:p>
        </p:txBody>
      </p:sp>
    </p:spTree>
    <p:extLst>
      <p:ext uri="{BB962C8B-B14F-4D97-AF65-F5344CB8AC3E}">
        <p14:creationId xmlns:p14="http://schemas.microsoft.com/office/powerpoint/2010/main" val="3043428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65C06-1C51-CAB0-3835-D0FE121F2836}"/>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B11AD3C5-40FD-9CE4-3539-0A35C0EDE9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EA3FBA-C48F-BC99-93FA-F237B8FAFB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CD5FF685-2C63-234C-61CF-759A0F83F8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AD69F7-1528-AA7F-178F-3CFF07DE05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941AC870-04A1-8B28-E9F7-72E9A38BC8FC}"/>
              </a:ext>
            </a:extLst>
          </p:cNvPr>
          <p:cNvSpPr>
            <a:spLocks noGrp="1"/>
          </p:cNvSpPr>
          <p:nvPr>
            <p:ph type="dt" sz="half" idx="10"/>
          </p:nvPr>
        </p:nvSpPr>
        <p:spPr/>
        <p:txBody>
          <a:bodyPr/>
          <a:lstStyle/>
          <a:p>
            <a:fld id="{4F43AB6B-8AF1-4C55-A873-A5410B4508C2}" type="datetimeFigureOut">
              <a:rPr lang="en-PH" smtClean="0"/>
              <a:t>3/4/2026</a:t>
            </a:fld>
            <a:endParaRPr lang="en-PH"/>
          </a:p>
        </p:txBody>
      </p:sp>
      <p:sp>
        <p:nvSpPr>
          <p:cNvPr id="8" name="Footer Placeholder 7">
            <a:extLst>
              <a:ext uri="{FF2B5EF4-FFF2-40B4-BE49-F238E27FC236}">
                <a16:creationId xmlns:a16="http://schemas.microsoft.com/office/drawing/2014/main" id="{F2CAA1D0-E529-30B2-CE72-AF9029D2DDF0}"/>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F36A32CF-CE77-2D8B-ABF5-346211E40C05}"/>
              </a:ext>
            </a:extLst>
          </p:cNvPr>
          <p:cNvSpPr>
            <a:spLocks noGrp="1"/>
          </p:cNvSpPr>
          <p:nvPr>
            <p:ph type="sldNum" sz="quarter" idx="12"/>
          </p:nvPr>
        </p:nvSpPr>
        <p:spPr/>
        <p:txBody>
          <a:bodyPr/>
          <a:lstStyle/>
          <a:p>
            <a:fld id="{5CFBCFB2-3F2D-40A6-B3F5-5D9C6CCD3017}" type="slidenum">
              <a:rPr lang="en-PH" smtClean="0"/>
              <a:t>‹#›</a:t>
            </a:fld>
            <a:endParaRPr lang="en-PH"/>
          </a:p>
        </p:txBody>
      </p:sp>
    </p:spTree>
    <p:extLst>
      <p:ext uri="{BB962C8B-B14F-4D97-AF65-F5344CB8AC3E}">
        <p14:creationId xmlns:p14="http://schemas.microsoft.com/office/powerpoint/2010/main" val="3726375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9A692-0FBC-3FE3-296B-15CA69671E28}"/>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1589A8BD-7FCD-60F9-3FC4-A4FA39280C78}"/>
              </a:ext>
            </a:extLst>
          </p:cNvPr>
          <p:cNvSpPr>
            <a:spLocks noGrp="1"/>
          </p:cNvSpPr>
          <p:nvPr>
            <p:ph type="dt" sz="half" idx="10"/>
          </p:nvPr>
        </p:nvSpPr>
        <p:spPr/>
        <p:txBody>
          <a:bodyPr/>
          <a:lstStyle/>
          <a:p>
            <a:fld id="{4F43AB6B-8AF1-4C55-A873-A5410B4508C2}" type="datetimeFigureOut">
              <a:rPr lang="en-PH" smtClean="0"/>
              <a:t>3/4/2026</a:t>
            </a:fld>
            <a:endParaRPr lang="en-PH"/>
          </a:p>
        </p:txBody>
      </p:sp>
      <p:sp>
        <p:nvSpPr>
          <p:cNvPr id="4" name="Footer Placeholder 3">
            <a:extLst>
              <a:ext uri="{FF2B5EF4-FFF2-40B4-BE49-F238E27FC236}">
                <a16:creationId xmlns:a16="http://schemas.microsoft.com/office/drawing/2014/main" id="{2CAFBC96-AC42-EBAA-4BFE-DF5AF7D98C1E}"/>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2D007E87-0D25-3BA5-3098-50B90C13372D}"/>
              </a:ext>
            </a:extLst>
          </p:cNvPr>
          <p:cNvSpPr>
            <a:spLocks noGrp="1"/>
          </p:cNvSpPr>
          <p:nvPr>
            <p:ph type="sldNum" sz="quarter" idx="12"/>
          </p:nvPr>
        </p:nvSpPr>
        <p:spPr/>
        <p:txBody>
          <a:bodyPr/>
          <a:lstStyle/>
          <a:p>
            <a:fld id="{5CFBCFB2-3F2D-40A6-B3F5-5D9C6CCD3017}" type="slidenum">
              <a:rPr lang="en-PH" smtClean="0"/>
              <a:t>‹#›</a:t>
            </a:fld>
            <a:endParaRPr lang="en-PH"/>
          </a:p>
        </p:txBody>
      </p:sp>
    </p:spTree>
    <p:extLst>
      <p:ext uri="{BB962C8B-B14F-4D97-AF65-F5344CB8AC3E}">
        <p14:creationId xmlns:p14="http://schemas.microsoft.com/office/powerpoint/2010/main" val="873613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B56518-4A48-7D01-C604-50AC87BA1C2D}"/>
              </a:ext>
            </a:extLst>
          </p:cNvPr>
          <p:cNvSpPr>
            <a:spLocks noGrp="1"/>
          </p:cNvSpPr>
          <p:nvPr>
            <p:ph type="dt" sz="half" idx="10"/>
          </p:nvPr>
        </p:nvSpPr>
        <p:spPr/>
        <p:txBody>
          <a:bodyPr/>
          <a:lstStyle/>
          <a:p>
            <a:fld id="{4F43AB6B-8AF1-4C55-A873-A5410B4508C2}" type="datetimeFigureOut">
              <a:rPr lang="en-PH" smtClean="0"/>
              <a:t>3/4/2026</a:t>
            </a:fld>
            <a:endParaRPr lang="en-PH"/>
          </a:p>
        </p:txBody>
      </p:sp>
      <p:sp>
        <p:nvSpPr>
          <p:cNvPr id="3" name="Footer Placeholder 2">
            <a:extLst>
              <a:ext uri="{FF2B5EF4-FFF2-40B4-BE49-F238E27FC236}">
                <a16:creationId xmlns:a16="http://schemas.microsoft.com/office/drawing/2014/main" id="{7BFD20C7-EBF3-A100-C9A1-F7D02B105529}"/>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586C3102-1E55-A5CB-7CFF-B97F31F6EC95}"/>
              </a:ext>
            </a:extLst>
          </p:cNvPr>
          <p:cNvSpPr>
            <a:spLocks noGrp="1"/>
          </p:cNvSpPr>
          <p:nvPr>
            <p:ph type="sldNum" sz="quarter" idx="12"/>
          </p:nvPr>
        </p:nvSpPr>
        <p:spPr/>
        <p:txBody>
          <a:bodyPr/>
          <a:lstStyle/>
          <a:p>
            <a:fld id="{5CFBCFB2-3F2D-40A6-B3F5-5D9C6CCD3017}" type="slidenum">
              <a:rPr lang="en-PH" smtClean="0"/>
              <a:t>‹#›</a:t>
            </a:fld>
            <a:endParaRPr lang="en-PH"/>
          </a:p>
        </p:txBody>
      </p:sp>
    </p:spTree>
    <p:extLst>
      <p:ext uri="{BB962C8B-B14F-4D97-AF65-F5344CB8AC3E}">
        <p14:creationId xmlns:p14="http://schemas.microsoft.com/office/powerpoint/2010/main" val="3320986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88A88-3311-C388-181A-B50BCB7DD8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018256B3-C6CF-8904-E839-597A9B4C9C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98941809-9C59-0AC4-6EE9-17A22D9725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A4592B-DF78-3114-53AB-1EA655F87244}"/>
              </a:ext>
            </a:extLst>
          </p:cNvPr>
          <p:cNvSpPr>
            <a:spLocks noGrp="1"/>
          </p:cNvSpPr>
          <p:nvPr>
            <p:ph type="dt" sz="half" idx="10"/>
          </p:nvPr>
        </p:nvSpPr>
        <p:spPr/>
        <p:txBody>
          <a:bodyPr/>
          <a:lstStyle/>
          <a:p>
            <a:fld id="{4F43AB6B-8AF1-4C55-A873-A5410B4508C2}" type="datetimeFigureOut">
              <a:rPr lang="en-PH" smtClean="0"/>
              <a:t>3/4/2026</a:t>
            </a:fld>
            <a:endParaRPr lang="en-PH"/>
          </a:p>
        </p:txBody>
      </p:sp>
      <p:sp>
        <p:nvSpPr>
          <p:cNvPr id="6" name="Footer Placeholder 5">
            <a:extLst>
              <a:ext uri="{FF2B5EF4-FFF2-40B4-BE49-F238E27FC236}">
                <a16:creationId xmlns:a16="http://schemas.microsoft.com/office/drawing/2014/main" id="{78A9C032-C9C9-9CA6-C070-980A96A51EA8}"/>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0875DB79-2A2F-1654-7288-7A817525D2A8}"/>
              </a:ext>
            </a:extLst>
          </p:cNvPr>
          <p:cNvSpPr>
            <a:spLocks noGrp="1"/>
          </p:cNvSpPr>
          <p:nvPr>
            <p:ph type="sldNum" sz="quarter" idx="12"/>
          </p:nvPr>
        </p:nvSpPr>
        <p:spPr/>
        <p:txBody>
          <a:bodyPr/>
          <a:lstStyle/>
          <a:p>
            <a:fld id="{5CFBCFB2-3F2D-40A6-B3F5-5D9C6CCD3017}" type="slidenum">
              <a:rPr lang="en-PH" smtClean="0"/>
              <a:t>‹#›</a:t>
            </a:fld>
            <a:endParaRPr lang="en-PH"/>
          </a:p>
        </p:txBody>
      </p:sp>
    </p:spTree>
    <p:extLst>
      <p:ext uri="{BB962C8B-B14F-4D97-AF65-F5344CB8AC3E}">
        <p14:creationId xmlns:p14="http://schemas.microsoft.com/office/powerpoint/2010/main" val="753922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49153-568D-D0E7-B265-C963D28C19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3AFBD605-B696-1F7C-239D-A0FC895C99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5EEDDAEC-8515-CC01-79F8-B83589676F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BAF1FB-E95C-4AF8-14EA-81DEE50F9E72}"/>
              </a:ext>
            </a:extLst>
          </p:cNvPr>
          <p:cNvSpPr>
            <a:spLocks noGrp="1"/>
          </p:cNvSpPr>
          <p:nvPr>
            <p:ph type="dt" sz="half" idx="10"/>
          </p:nvPr>
        </p:nvSpPr>
        <p:spPr/>
        <p:txBody>
          <a:bodyPr/>
          <a:lstStyle/>
          <a:p>
            <a:fld id="{4F43AB6B-8AF1-4C55-A873-A5410B4508C2}" type="datetimeFigureOut">
              <a:rPr lang="en-PH" smtClean="0"/>
              <a:t>3/4/2026</a:t>
            </a:fld>
            <a:endParaRPr lang="en-PH"/>
          </a:p>
        </p:txBody>
      </p:sp>
      <p:sp>
        <p:nvSpPr>
          <p:cNvPr id="6" name="Footer Placeholder 5">
            <a:extLst>
              <a:ext uri="{FF2B5EF4-FFF2-40B4-BE49-F238E27FC236}">
                <a16:creationId xmlns:a16="http://schemas.microsoft.com/office/drawing/2014/main" id="{96B4773F-20E6-4AE2-0D83-FFE10A13EAD9}"/>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A4976465-9F30-32C4-CD73-F3E0EA1BB49B}"/>
              </a:ext>
            </a:extLst>
          </p:cNvPr>
          <p:cNvSpPr>
            <a:spLocks noGrp="1"/>
          </p:cNvSpPr>
          <p:nvPr>
            <p:ph type="sldNum" sz="quarter" idx="12"/>
          </p:nvPr>
        </p:nvSpPr>
        <p:spPr/>
        <p:txBody>
          <a:bodyPr/>
          <a:lstStyle/>
          <a:p>
            <a:fld id="{5CFBCFB2-3F2D-40A6-B3F5-5D9C6CCD3017}" type="slidenum">
              <a:rPr lang="en-PH" smtClean="0"/>
              <a:t>‹#›</a:t>
            </a:fld>
            <a:endParaRPr lang="en-PH"/>
          </a:p>
        </p:txBody>
      </p:sp>
    </p:spTree>
    <p:extLst>
      <p:ext uri="{BB962C8B-B14F-4D97-AF65-F5344CB8AC3E}">
        <p14:creationId xmlns:p14="http://schemas.microsoft.com/office/powerpoint/2010/main" val="1113529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56BD8-53C5-98D7-19DA-BC20772EAF09}"/>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16E28EE5-72A9-B20C-25DD-22959E7476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D60C5C08-F3EC-CA1A-5337-0B7079120183}"/>
              </a:ext>
            </a:extLst>
          </p:cNvPr>
          <p:cNvSpPr>
            <a:spLocks noGrp="1"/>
          </p:cNvSpPr>
          <p:nvPr>
            <p:ph type="dt" sz="half" idx="10"/>
          </p:nvPr>
        </p:nvSpPr>
        <p:spPr/>
        <p:txBody>
          <a:bodyPr/>
          <a:lstStyle/>
          <a:p>
            <a:fld id="{4F43AB6B-8AF1-4C55-A873-A5410B4508C2}" type="datetimeFigureOut">
              <a:rPr lang="en-PH" smtClean="0"/>
              <a:t>3/4/2026</a:t>
            </a:fld>
            <a:endParaRPr lang="en-PH"/>
          </a:p>
        </p:txBody>
      </p:sp>
      <p:sp>
        <p:nvSpPr>
          <p:cNvPr id="5" name="Footer Placeholder 4">
            <a:extLst>
              <a:ext uri="{FF2B5EF4-FFF2-40B4-BE49-F238E27FC236}">
                <a16:creationId xmlns:a16="http://schemas.microsoft.com/office/drawing/2014/main" id="{6DEA03EA-15EF-5933-93D0-DF5D32436B78}"/>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9EFF060C-2509-8135-2988-75DC0C8290D2}"/>
              </a:ext>
            </a:extLst>
          </p:cNvPr>
          <p:cNvSpPr>
            <a:spLocks noGrp="1"/>
          </p:cNvSpPr>
          <p:nvPr>
            <p:ph type="sldNum" sz="quarter" idx="12"/>
          </p:nvPr>
        </p:nvSpPr>
        <p:spPr/>
        <p:txBody>
          <a:bodyPr/>
          <a:lstStyle/>
          <a:p>
            <a:fld id="{5CFBCFB2-3F2D-40A6-B3F5-5D9C6CCD3017}" type="slidenum">
              <a:rPr lang="en-PH" smtClean="0"/>
              <a:t>‹#›</a:t>
            </a:fld>
            <a:endParaRPr lang="en-PH"/>
          </a:p>
        </p:txBody>
      </p:sp>
    </p:spTree>
    <p:extLst>
      <p:ext uri="{BB962C8B-B14F-4D97-AF65-F5344CB8AC3E}">
        <p14:creationId xmlns:p14="http://schemas.microsoft.com/office/powerpoint/2010/main" val="1166701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70F180-B87B-2A33-C4F3-1820C0A1E8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3BA0E08C-0956-DED3-9A3F-F53BF3A089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AECC5744-5AD6-FDA4-3509-12EC297A47E8}"/>
              </a:ext>
            </a:extLst>
          </p:cNvPr>
          <p:cNvSpPr>
            <a:spLocks noGrp="1"/>
          </p:cNvSpPr>
          <p:nvPr>
            <p:ph type="dt" sz="half" idx="10"/>
          </p:nvPr>
        </p:nvSpPr>
        <p:spPr/>
        <p:txBody>
          <a:bodyPr/>
          <a:lstStyle/>
          <a:p>
            <a:fld id="{4F43AB6B-8AF1-4C55-A873-A5410B4508C2}" type="datetimeFigureOut">
              <a:rPr lang="en-PH" smtClean="0"/>
              <a:t>3/4/2026</a:t>
            </a:fld>
            <a:endParaRPr lang="en-PH"/>
          </a:p>
        </p:txBody>
      </p:sp>
      <p:sp>
        <p:nvSpPr>
          <p:cNvPr id="5" name="Footer Placeholder 4">
            <a:extLst>
              <a:ext uri="{FF2B5EF4-FFF2-40B4-BE49-F238E27FC236}">
                <a16:creationId xmlns:a16="http://schemas.microsoft.com/office/drawing/2014/main" id="{4B62F2C7-55D0-772C-A951-55338A3A2319}"/>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9CEA4A09-E560-2ECC-FBAA-0A6942A794C1}"/>
              </a:ext>
            </a:extLst>
          </p:cNvPr>
          <p:cNvSpPr>
            <a:spLocks noGrp="1"/>
          </p:cNvSpPr>
          <p:nvPr>
            <p:ph type="sldNum" sz="quarter" idx="12"/>
          </p:nvPr>
        </p:nvSpPr>
        <p:spPr/>
        <p:txBody>
          <a:bodyPr/>
          <a:lstStyle/>
          <a:p>
            <a:fld id="{5CFBCFB2-3F2D-40A6-B3F5-5D9C6CCD3017}" type="slidenum">
              <a:rPr lang="en-PH" smtClean="0"/>
              <a:t>‹#›</a:t>
            </a:fld>
            <a:endParaRPr lang="en-PH"/>
          </a:p>
        </p:txBody>
      </p:sp>
    </p:spTree>
    <p:extLst>
      <p:ext uri="{BB962C8B-B14F-4D97-AF65-F5344CB8AC3E}">
        <p14:creationId xmlns:p14="http://schemas.microsoft.com/office/powerpoint/2010/main" val="2033883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70F7A2-DE5A-0768-0D2D-7684F643DD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7D50DF27-EC81-63A0-E2DE-63A7252759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24500325-0E60-0C74-DFF2-4A7A244315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43AB6B-8AF1-4C55-A873-A5410B4508C2}" type="datetimeFigureOut">
              <a:rPr lang="en-PH" smtClean="0"/>
              <a:t>3/4/2026</a:t>
            </a:fld>
            <a:endParaRPr lang="en-PH"/>
          </a:p>
        </p:txBody>
      </p:sp>
      <p:sp>
        <p:nvSpPr>
          <p:cNvPr id="5" name="Footer Placeholder 4">
            <a:extLst>
              <a:ext uri="{FF2B5EF4-FFF2-40B4-BE49-F238E27FC236}">
                <a16:creationId xmlns:a16="http://schemas.microsoft.com/office/drawing/2014/main" id="{DCA3A5EB-495B-C506-7075-BA951511D4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B3EC14DA-C135-2B3C-F59B-A49E2A9D88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FBCFB2-3F2D-40A6-B3F5-5D9C6CCD3017}" type="slidenum">
              <a:rPr lang="en-PH" smtClean="0"/>
              <a:t>‹#›</a:t>
            </a:fld>
            <a:endParaRPr lang="en-PH"/>
          </a:p>
        </p:txBody>
      </p:sp>
    </p:spTree>
    <p:extLst>
      <p:ext uri="{BB962C8B-B14F-4D97-AF65-F5344CB8AC3E}">
        <p14:creationId xmlns:p14="http://schemas.microsoft.com/office/powerpoint/2010/main" val="33394049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8BB9BE-7286-C84A-A895-47FF5027A8C9}"/>
              </a:ext>
            </a:extLst>
          </p:cNvPr>
          <p:cNvSpPr txBox="1"/>
          <p:nvPr/>
        </p:nvSpPr>
        <p:spPr>
          <a:xfrm>
            <a:off x="267301" y="2091020"/>
            <a:ext cx="11657375"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96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7:1-25</a:t>
            </a:r>
          </a:p>
        </p:txBody>
      </p:sp>
      <p:sp>
        <p:nvSpPr>
          <p:cNvPr id="2" name="TextBox 1">
            <a:extLst>
              <a:ext uri="{FF2B5EF4-FFF2-40B4-BE49-F238E27FC236}">
                <a16:creationId xmlns:a16="http://schemas.microsoft.com/office/drawing/2014/main" id="{05A4DFD7-D256-DD01-1212-2CA559B9957E}"/>
              </a:ext>
            </a:extLst>
          </p:cNvPr>
          <p:cNvSpPr txBox="1"/>
          <p:nvPr/>
        </p:nvSpPr>
        <p:spPr>
          <a:xfrm>
            <a:off x="2541624" y="4006544"/>
            <a:ext cx="7108727"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New International Version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x</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Magandang </a:t>
            </a:r>
            <a:r>
              <a:rPr kumimoji="0" lang="en-PH" sz="3200" b="0" i="0" u="none" strike="noStrike" kern="1200" cap="none" spc="0" normalizeH="0" baseline="0" noProof="0" dirty="0" err="1">
                <a:ln>
                  <a:noFill/>
                </a:ln>
                <a:solidFill>
                  <a:prstClr val="white"/>
                </a:solidFill>
                <a:effectLst/>
                <a:uLnTx/>
                <a:uFillTx/>
                <a:latin typeface="Arial Black" panose="020B0A04020102020204" pitchFamily="34" charset="0"/>
                <a:ea typeface="+mn-ea"/>
                <a:cs typeface="+mn-cs"/>
              </a:rPr>
              <a:t>Balita</a:t>
            </a:r>
            <a:r>
              <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 Biblia</a:t>
            </a:r>
          </a:p>
        </p:txBody>
      </p:sp>
    </p:spTree>
    <p:extLst>
      <p:ext uri="{BB962C8B-B14F-4D97-AF65-F5344CB8AC3E}">
        <p14:creationId xmlns:p14="http://schemas.microsoft.com/office/powerpoint/2010/main" val="10534265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8BB9BE-7286-C84A-A895-47FF5027A8C9}"/>
              </a:ext>
            </a:extLst>
          </p:cNvPr>
          <p:cNvSpPr txBox="1"/>
          <p:nvPr/>
        </p:nvSpPr>
        <p:spPr>
          <a:xfrm>
            <a:off x="3134765" y="-56055"/>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7:1</a:t>
            </a:r>
          </a:p>
        </p:txBody>
      </p:sp>
      <p:sp>
        <p:nvSpPr>
          <p:cNvPr id="11" name="Rectangle 10">
            <a:extLst>
              <a:ext uri="{FF2B5EF4-FFF2-40B4-BE49-F238E27FC236}">
                <a16:creationId xmlns:a16="http://schemas.microsoft.com/office/drawing/2014/main" id="{CA3A4500-D0AB-1371-06B4-8C21B1007600}"/>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80226CF2-754A-B5B5-F4DA-E05DB85B5BAE}"/>
              </a:ext>
            </a:extLst>
          </p:cNvPr>
          <p:cNvSpPr txBox="1"/>
          <p:nvPr/>
        </p:nvSpPr>
        <p:spPr>
          <a:xfrm>
            <a:off x="491611" y="1905506"/>
            <a:ext cx="5132441" cy="304698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Do you not know, brothers and sisters—for I am speaking to those who know the law—that the law has authority over someone only as long as that person lives?</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80226CF2-754A-B5B5-F4DA-E05DB85B5BAE}"/>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00FEEEFD-9585-420C-9836-39BCD533D01E}"/>
              </a:ext>
            </a:extLst>
          </p:cNvPr>
          <p:cNvSpPr txBox="1"/>
          <p:nvPr/>
        </p:nvSpPr>
        <p:spPr>
          <a:xfrm>
            <a:off x="6567948" y="1905506"/>
            <a:ext cx="5132441" cy="304698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Mga kapatid, ako'y nagsasalita sa inyo na mga nakakaunawa ng batas. Alam ninyong ang isang tao'y nasasakop lamang ng batas habang siya'y nabubuhay.</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3CE5A482-BB09-343B-D7C6-EDFB4CAD1EF1}"/>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2516292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BA0C891E-4890-5E8F-CA57-126F07AE1F6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6129CFE-EA00-C4DA-CBBF-503FB89E2151}"/>
              </a:ext>
            </a:extLst>
          </p:cNvPr>
          <p:cNvSpPr txBox="1"/>
          <p:nvPr/>
        </p:nvSpPr>
        <p:spPr>
          <a:xfrm>
            <a:off x="3134765" y="-56055"/>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7:2</a:t>
            </a:r>
          </a:p>
        </p:txBody>
      </p:sp>
      <p:sp>
        <p:nvSpPr>
          <p:cNvPr id="11" name="Rectangle 10">
            <a:extLst>
              <a:ext uri="{FF2B5EF4-FFF2-40B4-BE49-F238E27FC236}">
                <a16:creationId xmlns:a16="http://schemas.microsoft.com/office/drawing/2014/main" id="{C2071D1B-E637-1291-0A92-5E3471ADDB3F}"/>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74B942BF-AEBC-43AF-150A-BBE0870EBCF6}"/>
              </a:ext>
            </a:extLst>
          </p:cNvPr>
          <p:cNvSpPr txBox="1"/>
          <p:nvPr/>
        </p:nvSpPr>
        <p:spPr>
          <a:xfrm>
            <a:off x="491611" y="1905506"/>
            <a:ext cx="5132441" cy="304698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For example, by law a married woman is bound to her husband as long as he is alive, but if her husband dies, she is released from the law that binds her to him.</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A5827F20-15A5-09BE-C3DD-2875BE16D91A}"/>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0FB8507F-C518-8995-3FFF-6C730CA7F763}"/>
              </a:ext>
            </a:extLst>
          </p:cNvPr>
          <p:cNvSpPr txBox="1"/>
          <p:nvPr/>
        </p:nvSpPr>
        <p:spPr>
          <a:xfrm>
            <a:off x="6567948" y="1905506"/>
            <a:ext cx="5132441" cy="403187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Halimbawa, ayon sa Kautusan, ang isang babae ay nasasakop ng kanyang asawa habang nabubuhay ito. Subalit kung mamatay na ang lalaki, malaya na ang babae sa batas na nagtatali sa kanya sa lalaking iyon.</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E840FB04-AC6C-BC04-C95F-B56E188BECBA}"/>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19314489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3EEFBE31-12E5-3030-5D11-DE6731BFBC5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C7A04CC-DDDE-1B5F-B9E5-651EEA250E2A}"/>
              </a:ext>
            </a:extLst>
          </p:cNvPr>
          <p:cNvSpPr txBox="1"/>
          <p:nvPr/>
        </p:nvSpPr>
        <p:spPr>
          <a:xfrm>
            <a:off x="3134765" y="-56055"/>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7:3</a:t>
            </a:r>
          </a:p>
        </p:txBody>
      </p:sp>
      <p:sp>
        <p:nvSpPr>
          <p:cNvPr id="11" name="Rectangle 10">
            <a:extLst>
              <a:ext uri="{FF2B5EF4-FFF2-40B4-BE49-F238E27FC236}">
                <a16:creationId xmlns:a16="http://schemas.microsoft.com/office/drawing/2014/main" id="{76A52892-DE88-E265-65B9-8902EE2A2D2E}"/>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AF82EDED-ADCD-0D21-7AFE-430997B08FB3}"/>
              </a:ext>
            </a:extLst>
          </p:cNvPr>
          <p:cNvSpPr txBox="1"/>
          <p:nvPr/>
        </p:nvSpPr>
        <p:spPr>
          <a:xfrm>
            <a:off x="491611" y="1905506"/>
            <a:ext cx="5132441" cy="310854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So then, if she has sexual relations with another man while her husband is still alive, she is called an adulteress. But if her husband dies, she is released from that law and is not an adulteress if she marries another man.</a:t>
            </a:r>
            <a:endParaRPr kumimoji="0" lang="en-PH"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4188450D-860A-DE20-1260-3547004C09F4}"/>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89D66E92-F395-9681-C448-9004962C7F8B}"/>
              </a:ext>
            </a:extLst>
          </p:cNvPr>
          <p:cNvSpPr txBox="1"/>
          <p:nvPr/>
        </p:nvSpPr>
        <p:spPr>
          <a:xfrm>
            <a:off x="6567948" y="1905506"/>
            <a:ext cx="5132441" cy="397031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Kaya nga, siya'y magkakasala ng pangangalunya kung makikisama siya sa ibang lalaki habang nabubuhay ang kanyang asawa. Ngunit kung patay na ang kanyang asawa, malaya na siya sa batas na iyon, at mag-asawa man siya sa ibang lalaki, hindi siya nagkakasala ng pangangalunya.</a:t>
            </a:r>
            <a:endParaRPr kumimoji="0" lang="en-PH"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07710AA1-0D9A-5F15-BC3A-BAF085936930}"/>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33325231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1B40B03F-10BE-45AD-EF3F-144F021EBCF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A23E5C-671E-E46D-8D75-36E25D14652B}"/>
              </a:ext>
            </a:extLst>
          </p:cNvPr>
          <p:cNvSpPr txBox="1"/>
          <p:nvPr/>
        </p:nvSpPr>
        <p:spPr>
          <a:xfrm>
            <a:off x="3134765" y="-56055"/>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7:4</a:t>
            </a:r>
          </a:p>
        </p:txBody>
      </p:sp>
      <p:sp>
        <p:nvSpPr>
          <p:cNvPr id="11" name="Rectangle 10">
            <a:extLst>
              <a:ext uri="{FF2B5EF4-FFF2-40B4-BE49-F238E27FC236}">
                <a16:creationId xmlns:a16="http://schemas.microsoft.com/office/drawing/2014/main" id="{A8A70F27-F660-7DA8-E592-669048E1C5FF}"/>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1D1A1815-A3D5-681C-AE9D-EB78D20FC3D6}"/>
              </a:ext>
            </a:extLst>
          </p:cNvPr>
          <p:cNvSpPr txBox="1"/>
          <p:nvPr/>
        </p:nvSpPr>
        <p:spPr>
          <a:xfrm>
            <a:off x="491611" y="1905506"/>
            <a:ext cx="5132441" cy="403187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So, my brothers and sisters, you also died to the law through the body of Christ, that you might belong to another, to him who was raised from the dead, in order that we might bear fruit for God.</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BD67C383-88D9-DC89-8FFF-712B4EC71203}"/>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08E5A111-4AC5-AFB5-7207-5DE935A3DF6D}"/>
              </a:ext>
            </a:extLst>
          </p:cNvPr>
          <p:cNvSpPr txBox="1"/>
          <p:nvPr/>
        </p:nvSpPr>
        <p:spPr>
          <a:xfrm>
            <a:off x="6567948" y="1905506"/>
            <a:ext cx="5132441" cy="501675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Gayundin naman mga kapatid, namatay na kayo sa Kautusan sa pamamagitan ng katawan ni Cristo, at ngayon kayo ay kabilang na sa mga nakipag-isa sa kanya na muling binuhay, upang magbunga tayo ng mabubuting gawa para sa Diyos.</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55DAE782-4344-72A7-160A-F0E7B2872B0F}"/>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178611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22E9D53E-6A87-3A30-448D-1A793D89C46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BB9F1FA-7D81-87D5-5B9C-1D658B8D9EFF}"/>
              </a:ext>
            </a:extLst>
          </p:cNvPr>
          <p:cNvSpPr txBox="1"/>
          <p:nvPr/>
        </p:nvSpPr>
        <p:spPr>
          <a:xfrm>
            <a:off x="3134765" y="-56055"/>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7:5</a:t>
            </a:r>
          </a:p>
        </p:txBody>
      </p:sp>
      <p:sp>
        <p:nvSpPr>
          <p:cNvPr id="11" name="Rectangle 10">
            <a:extLst>
              <a:ext uri="{FF2B5EF4-FFF2-40B4-BE49-F238E27FC236}">
                <a16:creationId xmlns:a16="http://schemas.microsoft.com/office/drawing/2014/main" id="{9B7634E8-4557-E496-C25E-C4A4ADFE6F17}"/>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BDFE2924-6E7D-739F-B933-CF649E6DCEE3}"/>
              </a:ext>
            </a:extLst>
          </p:cNvPr>
          <p:cNvSpPr txBox="1"/>
          <p:nvPr/>
        </p:nvSpPr>
        <p:spPr>
          <a:xfrm>
            <a:off x="491611" y="1905506"/>
            <a:ext cx="5132441" cy="255454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For when we were in the realm of the flesh,[a] the sinful passions aroused by the law were at work in us, so that we bore fruit for death.	</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8045333E-879F-E67C-3124-CF7D5E6FEAAE}"/>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2273D21E-5B12-5447-1733-A3F95015FB43}"/>
              </a:ext>
            </a:extLst>
          </p:cNvPr>
          <p:cNvSpPr txBox="1"/>
          <p:nvPr/>
        </p:nvSpPr>
        <p:spPr>
          <a:xfrm>
            <a:off x="6567948" y="1905506"/>
            <a:ext cx="5132441" cy="452431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Noong tayo'y namumuhay pa ayon sa ating likas na pagkatao, ang ating mga masasamang hilig na pinupukaw ng Kautusan ay nag-uudyok sa mga bahagi ng ating katawan na gumawa ng mga bagay na hahantong sa kamatayan.</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07654A26-34BA-95E2-1F24-589E999FA266}"/>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993635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E74CFB5C-7149-6F9F-A6D1-99890C6EFA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410B5DE-5C6B-8C2C-B543-58993C928BEF}"/>
              </a:ext>
            </a:extLst>
          </p:cNvPr>
          <p:cNvSpPr txBox="1"/>
          <p:nvPr/>
        </p:nvSpPr>
        <p:spPr>
          <a:xfrm>
            <a:off x="3134765" y="-56055"/>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6:6</a:t>
            </a:r>
          </a:p>
        </p:txBody>
      </p:sp>
      <p:sp>
        <p:nvSpPr>
          <p:cNvPr id="11" name="Rectangle 10">
            <a:extLst>
              <a:ext uri="{FF2B5EF4-FFF2-40B4-BE49-F238E27FC236}">
                <a16:creationId xmlns:a16="http://schemas.microsoft.com/office/drawing/2014/main" id="{2893F041-B18A-4989-B587-74D79F10B67F}"/>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F300055F-2973-A9A8-3A9E-903E37DCD748}"/>
              </a:ext>
            </a:extLst>
          </p:cNvPr>
          <p:cNvSpPr txBox="1"/>
          <p:nvPr/>
        </p:nvSpPr>
        <p:spPr>
          <a:xfrm>
            <a:off x="491611" y="1905506"/>
            <a:ext cx="5132441" cy="304698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But now, by dying to what once bound us, we have been released from the law so that we serve in the new way of the Spirit, and not in the old way of the written code.</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E40F8B83-7FCF-35CF-B8D1-6D6718C2A400}"/>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70B89333-04A2-874B-D1D9-0D5BA1AAF11B}"/>
              </a:ext>
            </a:extLst>
          </p:cNvPr>
          <p:cNvSpPr txBox="1"/>
          <p:nvPr/>
        </p:nvSpPr>
        <p:spPr>
          <a:xfrm>
            <a:off x="6567948" y="1905506"/>
            <a:ext cx="5132441" cy="452431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Ngunit malaya na tayo ngayon mula sa Kautusan dahil namatay na tayo sa kasalanang dating umaalipin sa atin. Kaya, tayo'y naglilingkod sa Diyos hindi ayon sa lumang batas na nakasulat, kundi ayon sa bagong buhay ng Espiritu.</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40CC0AE7-ABF4-FDA8-7236-C12FED44D903}"/>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18591771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3366FAB5-096E-7C72-E160-6B33F1A8B9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BBC84F3-CE77-4C93-FEDC-41214A3B00E1}"/>
              </a:ext>
            </a:extLst>
          </p:cNvPr>
          <p:cNvSpPr txBox="1"/>
          <p:nvPr/>
        </p:nvSpPr>
        <p:spPr>
          <a:xfrm>
            <a:off x="3134765" y="-56055"/>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7:7</a:t>
            </a:r>
          </a:p>
        </p:txBody>
      </p:sp>
      <p:sp>
        <p:nvSpPr>
          <p:cNvPr id="11" name="Rectangle 10">
            <a:extLst>
              <a:ext uri="{FF2B5EF4-FFF2-40B4-BE49-F238E27FC236}">
                <a16:creationId xmlns:a16="http://schemas.microsoft.com/office/drawing/2014/main" id="{2FBEA772-AD39-28C1-F360-5ED839DC6D00}"/>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A406785C-1BFF-64D0-DBAF-FC16FD04EEB9}"/>
              </a:ext>
            </a:extLst>
          </p:cNvPr>
          <p:cNvSpPr txBox="1"/>
          <p:nvPr/>
        </p:nvSpPr>
        <p:spPr>
          <a:xfrm>
            <a:off x="491611" y="1905506"/>
            <a:ext cx="5132441" cy="353943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What shall we say, then? Is the law sinful? Certainly not! Nevertheless, I would not have known what sin was had it not been for the law. For I would not have known what coveting really was if the law had not said, “You shall not covet.”</a:t>
            </a:r>
            <a:endParaRPr kumimoji="0" lang="en-PH"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391DDEE7-6DB6-C3E0-D15E-E41080C4EC8B}"/>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03E13D8D-4D79-0457-44F3-6B9861B45530}"/>
              </a:ext>
            </a:extLst>
          </p:cNvPr>
          <p:cNvSpPr txBox="1"/>
          <p:nvPr/>
        </p:nvSpPr>
        <p:spPr>
          <a:xfrm>
            <a:off x="6567948" y="1905506"/>
            <a:ext cx="5132441" cy="440120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Ang ibig bang sabihin nito'y ang Kautusan ay masama? Hinding-hindi! Kaya lamang, kundi dahil sa Kautusan ay hindi ko sana nalaman kung ano ang kasalanan. Hindi ko sana nalaman kung paano pagnasaan ang pag-aari ng iba kung hindi sinabi ng Kautusan, “Huwag mong pagnasaan ang pag-aari ng iba.”</a:t>
            </a:r>
            <a:endParaRPr kumimoji="0" lang="en-PH"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80AAEFDC-3163-C2D6-7A1B-16C482CE9B04}"/>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9566143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48D55C85-AF79-A0C9-FFA5-90C410341F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92DACEB-65BE-343C-98CF-960A71626ADC}"/>
              </a:ext>
            </a:extLst>
          </p:cNvPr>
          <p:cNvSpPr txBox="1"/>
          <p:nvPr/>
        </p:nvSpPr>
        <p:spPr>
          <a:xfrm>
            <a:off x="3134765" y="-56055"/>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7:8</a:t>
            </a:r>
          </a:p>
        </p:txBody>
      </p:sp>
      <p:sp>
        <p:nvSpPr>
          <p:cNvPr id="11" name="Rectangle 10">
            <a:extLst>
              <a:ext uri="{FF2B5EF4-FFF2-40B4-BE49-F238E27FC236}">
                <a16:creationId xmlns:a16="http://schemas.microsoft.com/office/drawing/2014/main" id="{401D8660-6FE9-1421-C4E2-1FEE2FF9C0AF}"/>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22BEE9A2-479A-919C-F27C-0B369D04A481}"/>
              </a:ext>
            </a:extLst>
          </p:cNvPr>
          <p:cNvSpPr txBox="1"/>
          <p:nvPr/>
        </p:nvSpPr>
        <p:spPr>
          <a:xfrm>
            <a:off x="491611" y="1905506"/>
            <a:ext cx="5132441" cy="304698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But sin, seizing the opportunity afforded by the commandment, produced in me every kind of coveting. For apart from the law, sin was dead.</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227622E1-459F-2F79-7C28-1029B7082212}"/>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BFC41F65-93BB-F5CA-BFC4-6AD846BE1038}"/>
              </a:ext>
            </a:extLst>
          </p:cNvPr>
          <p:cNvSpPr txBox="1"/>
          <p:nvPr/>
        </p:nvSpPr>
        <p:spPr>
          <a:xfrm>
            <a:off x="6567948" y="1905506"/>
            <a:ext cx="5132441" cy="255454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Ngunit dahil sa utos, ang loob ko'y pinukaw ng kasalanan sa lahat ng uri ng kasakiman. Sapagkat walang kasalanan kung walang Kautusan.</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3153615F-1AFA-5C4D-AF30-0702593708FF}"/>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9239911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6D9131B0-E0DF-F643-1789-812B994D689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1828C79-0294-36D2-8056-FC5226C70FDB}"/>
              </a:ext>
            </a:extLst>
          </p:cNvPr>
          <p:cNvSpPr txBox="1"/>
          <p:nvPr/>
        </p:nvSpPr>
        <p:spPr>
          <a:xfrm>
            <a:off x="3134765" y="-56055"/>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7:9</a:t>
            </a:r>
          </a:p>
        </p:txBody>
      </p:sp>
      <p:sp>
        <p:nvSpPr>
          <p:cNvPr id="11" name="Rectangle 10">
            <a:extLst>
              <a:ext uri="{FF2B5EF4-FFF2-40B4-BE49-F238E27FC236}">
                <a16:creationId xmlns:a16="http://schemas.microsoft.com/office/drawing/2014/main" id="{6F0DF2E5-59AD-C0F4-DF7B-1A0DF2B62F1B}"/>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31DBB5CD-7DA4-DC69-A804-23EF422E8F00}"/>
              </a:ext>
            </a:extLst>
          </p:cNvPr>
          <p:cNvSpPr txBox="1"/>
          <p:nvPr/>
        </p:nvSpPr>
        <p:spPr>
          <a:xfrm>
            <a:off x="491611" y="1905506"/>
            <a:ext cx="5132441" cy="206210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Once I was alive apart from the law; but when the commandment came, sin sprang to life and I died.</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9B396F69-3869-F6A3-2EB2-41D46FD14D7A}"/>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D41F80C4-1507-BC56-46E4-CB89B239688A}"/>
              </a:ext>
            </a:extLst>
          </p:cNvPr>
          <p:cNvSpPr txBox="1"/>
          <p:nvPr/>
        </p:nvSpPr>
        <p:spPr>
          <a:xfrm>
            <a:off x="6567948" y="1905506"/>
            <a:ext cx="5132441" cy="206210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Noong una, namuhay ako nang walang Kautusan. Subalit nang dumating ang utos, nabuhay ang kasalanan</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CF1B2486-0C57-7D9E-660D-87CAA5FA8BE3}"/>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16948716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C048395C-DDB8-09F6-77C3-19EC11D9501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2D68DB-1BB9-646A-60D4-B932779E3C14}"/>
              </a:ext>
            </a:extLst>
          </p:cNvPr>
          <p:cNvSpPr txBox="1"/>
          <p:nvPr/>
        </p:nvSpPr>
        <p:spPr>
          <a:xfrm>
            <a:off x="3134765" y="-36390"/>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7:10</a:t>
            </a:r>
          </a:p>
        </p:txBody>
      </p:sp>
      <p:sp>
        <p:nvSpPr>
          <p:cNvPr id="11" name="Rectangle 10">
            <a:extLst>
              <a:ext uri="{FF2B5EF4-FFF2-40B4-BE49-F238E27FC236}">
                <a16:creationId xmlns:a16="http://schemas.microsoft.com/office/drawing/2014/main" id="{EE4455AE-6B17-3C8D-D2DA-65F118B273F8}"/>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6C814692-D81A-BA78-5FD4-BD8D496FECBB}"/>
              </a:ext>
            </a:extLst>
          </p:cNvPr>
          <p:cNvSpPr txBox="1"/>
          <p:nvPr/>
        </p:nvSpPr>
        <p:spPr>
          <a:xfrm>
            <a:off x="491611" y="1905506"/>
            <a:ext cx="5132441" cy="206210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I found that the very commandment that was intended to bring life actually brought death.</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B24507B0-1973-1BB5-29C8-9A36AE6C8DC5}"/>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427F3008-D70F-BF38-F588-B24CD32BB5B1}"/>
              </a:ext>
            </a:extLst>
          </p:cNvPr>
          <p:cNvSpPr txBox="1"/>
          <p:nvPr/>
        </p:nvSpPr>
        <p:spPr>
          <a:xfrm>
            <a:off x="6567948" y="1905506"/>
            <a:ext cx="5132441" cy="255454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sv-SE" sz="3200" dirty="0">
                <a:solidFill>
                  <a:prstClr val="white"/>
                </a:solidFill>
                <a:latin typeface="Times New Roman" panose="02020603050405020304" pitchFamily="18" charset="0"/>
                <a:cs typeface="Times New Roman" panose="02020603050405020304" pitchFamily="18" charset="0"/>
              </a:rPr>
              <a:t>A</a:t>
            </a: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t ako'y namatay. Ang utos na dapat sanang magdulot sa akin ng buhay ay siyang nagdulot sa akin ng kamatayan. </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25A485F4-7491-4588-EB14-912EB29FBA9C}"/>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28395960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9204F55D-334D-D611-1F91-4806E7D603F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A3921B-8D7E-6F27-57D5-9590974E29FD}"/>
              </a:ext>
            </a:extLst>
          </p:cNvPr>
          <p:cNvSpPr txBox="1"/>
          <p:nvPr/>
        </p:nvSpPr>
        <p:spPr>
          <a:xfrm>
            <a:off x="3134765" y="-36390"/>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7:11</a:t>
            </a:r>
          </a:p>
        </p:txBody>
      </p:sp>
      <p:sp>
        <p:nvSpPr>
          <p:cNvPr id="11" name="Rectangle 10">
            <a:extLst>
              <a:ext uri="{FF2B5EF4-FFF2-40B4-BE49-F238E27FC236}">
                <a16:creationId xmlns:a16="http://schemas.microsoft.com/office/drawing/2014/main" id="{E623B548-7F6E-18CD-F019-5C5249BF376B}"/>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1221D1D0-85F7-B60D-5610-5A60793B6313}"/>
              </a:ext>
            </a:extLst>
          </p:cNvPr>
          <p:cNvSpPr txBox="1"/>
          <p:nvPr/>
        </p:nvSpPr>
        <p:spPr>
          <a:xfrm>
            <a:off x="491611" y="1905506"/>
            <a:ext cx="5132441" cy="304698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For sin, seizing the opportunity afforded by the commandment, deceived me, and through the commandment put me to death.</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037C9792-D9D4-2ACE-8493-909E5F62BD7B}"/>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1F5C3AA5-F195-26E2-2EE7-117F28687001}"/>
              </a:ext>
            </a:extLst>
          </p:cNvPr>
          <p:cNvSpPr txBox="1"/>
          <p:nvPr/>
        </p:nvSpPr>
        <p:spPr>
          <a:xfrm>
            <a:off x="6567948" y="1905506"/>
            <a:ext cx="5132441" cy="255454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Sapagkat kinasangkapan ng kasalanan ang utos upang ako'y dayain, at sa gayon ay napatay nga ako ng kasalanan.</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7E734995-9D19-992D-B7F3-B309588A293A}"/>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39042951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4443CECC-C43C-0932-07D7-CDC4373E3D6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DA0E556-6632-F7C4-411D-442B31C153FB}"/>
              </a:ext>
            </a:extLst>
          </p:cNvPr>
          <p:cNvSpPr txBox="1"/>
          <p:nvPr/>
        </p:nvSpPr>
        <p:spPr>
          <a:xfrm>
            <a:off x="3134765" y="-36390"/>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7:12</a:t>
            </a:r>
          </a:p>
        </p:txBody>
      </p:sp>
      <p:sp>
        <p:nvSpPr>
          <p:cNvPr id="11" name="Rectangle 10">
            <a:extLst>
              <a:ext uri="{FF2B5EF4-FFF2-40B4-BE49-F238E27FC236}">
                <a16:creationId xmlns:a16="http://schemas.microsoft.com/office/drawing/2014/main" id="{97B150E9-07DD-9E20-850C-182FB8A07300}"/>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DC9F9E05-3F8F-7065-3278-51CFFBC48BDB}"/>
              </a:ext>
            </a:extLst>
          </p:cNvPr>
          <p:cNvSpPr txBox="1"/>
          <p:nvPr/>
        </p:nvSpPr>
        <p:spPr>
          <a:xfrm>
            <a:off x="491611" y="1905506"/>
            <a:ext cx="5132441" cy="156966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So then, the law is holy, and the commandment is holy, righteous and good.</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17D5775B-CE35-4602-22BB-E9FF92E432A1}"/>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68E10F31-F0FE-F26A-7EBC-8A2C4A36FFC6}"/>
              </a:ext>
            </a:extLst>
          </p:cNvPr>
          <p:cNvSpPr txBox="1"/>
          <p:nvPr/>
        </p:nvSpPr>
        <p:spPr>
          <a:xfrm>
            <a:off x="6567948" y="1905506"/>
            <a:ext cx="5132441" cy="156966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Kaya nga, ang Kautusan ay banal, at ang bawat utos ay banal, matuwid at mabuti.</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A2E4E928-1C9A-545A-3DED-C4968F436B36}"/>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19340818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4F5061BF-6449-6478-101D-CF3D17FB819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330DFB6-FE40-9F86-9B29-7FB9E4EBEFEA}"/>
              </a:ext>
            </a:extLst>
          </p:cNvPr>
          <p:cNvSpPr txBox="1"/>
          <p:nvPr/>
        </p:nvSpPr>
        <p:spPr>
          <a:xfrm>
            <a:off x="3134765" y="-36390"/>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7:13</a:t>
            </a:r>
          </a:p>
        </p:txBody>
      </p:sp>
      <p:sp>
        <p:nvSpPr>
          <p:cNvPr id="11" name="Rectangle 10">
            <a:extLst>
              <a:ext uri="{FF2B5EF4-FFF2-40B4-BE49-F238E27FC236}">
                <a16:creationId xmlns:a16="http://schemas.microsoft.com/office/drawing/2014/main" id="{2D09331E-7D60-20D7-05AE-938D6D915D2E}"/>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7410BBF1-BF36-9B1C-F015-394D91353DDC}"/>
              </a:ext>
            </a:extLst>
          </p:cNvPr>
          <p:cNvSpPr txBox="1"/>
          <p:nvPr/>
        </p:nvSpPr>
        <p:spPr>
          <a:xfrm>
            <a:off x="491611" y="1905506"/>
            <a:ext cx="5132441" cy="353943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Did that which is good, then, become death to me? By no means! Nevertheless, in order that sin might be recognized as sin, it used what is good to bring about my death, so that through the commandment sin might become utterly sinful.</a:t>
            </a:r>
            <a:endParaRPr kumimoji="0" lang="en-PH"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C25F9EB9-ADF8-5B2E-2464-D4F8B52FF524}"/>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F483C42D-86C4-E1C1-0875-C508B5008988}"/>
              </a:ext>
            </a:extLst>
          </p:cNvPr>
          <p:cNvSpPr txBox="1"/>
          <p:nvPr/>
        </p:nvSpPr>
        <p:spPr>
          <a:xfrm>
            <a:off x="6567948" y="1905506"/>
            <a:ext cx="5132441" cy="483209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Ang ibig bang sabihin nito'y nagdulot sa akin ng kamatayan ang mabuting bagay? Hinding-hindi! Ang kasalanan ang pumatay sa akin sa pamamagitan ng mabuting bagay. Nangyari ito upang maipakita kung ano nga ang kasalanan, at upang mahayag sa pamamagitan ng Kautusan, na ang kasalanan ay talagang napakasama.</a:t>
            </a:r>
            <a:endParaRPr kumimoji="0" lang="en-PH"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586D141C-6974-ABA8-6FEC-4F7DF7AB512C}"/>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9955028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DE7E740E-D23E-6E75-EE71-E4231575637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560BDF9-146C-F0F3-5051-961758701EAE}"/>
              </a:ext>
            </a:extLst>
          </p:cNvPr>
          <p:cNvSpPr txBox="1"/>
          <p:nvPr/>
        </p:nvSpPr>
        <p:spPr>
          <a:xfrm>
            <a:off x="3134765" y="-36390"/>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7:14</a:t>
            </a:r>
          </a:p>
        </p:txBody>
      </p:sp>
      <p:sp>
        <p:nvSpPr>
          <p:cNvPr id="11" name="Rectangle 10">
            <a:extLst>
              <a:ext uri="{FF2B5EF4-FFF2-40B4-BE49-F238E27FC236}">
                <a16:creationId xmlns:a16="http://schemas.microsoft.com/office/drawing/2014/main" id="{4FB20E71-92BC-60E1-8133-048E31ED1E61}"/>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19F6386D-9AFE-2A6F-D3C6-18B08B7D7E53}"/>
              </a:ext>
            </a:extLst>
          </p:cNvPr>
          <p:cNvSpPr txBox="1"/>
          <p:nvPr/>
        </p:nvSpPr>
        <p:spPr>
          <a:xfrm>
            <a:off x="491611" y="1905506"/>
            <a:ext cx="5132441" cy="156966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We know that the law is spiritual; but I am unspiritual, sold as a slave to sin.</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5C023BF3-D802-6D6B-D3F2-D1BBF9EC784F}"/>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4C814D9A-12BB-6305-7556-0CD5E49C934B}"/>
              </a:ext>
            </a:extLst>
          </p:cNvPr>
          <p:cNvSpPr txBox="1"/>
          <p:nvPr/>
        </p:nvSpPr>
        <p:spPr>
          <a:xfrm>
            <a:off x="6567948" y="1905506"/>
            <a:ext cx="5132441" cy="206210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Alam nating ang Kautusan ay espirituwal, ngunit ako'y makalaman at alipin ng kasalanan.</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4B6CC3CE-F2D1-67FE-CCA0-0109B373C0E0}"/>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34960374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80B036BB-F1BC-DE38-B3EC-7110C9452A0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145DC8-2D1F-BC69-8764-827CA60F4FF5}"/>
              </a:ext>
            </a:extLst>
          </p:cNvPr>
          <p:cNvSpPr txBox="1"/>
          <p:nvPr/>
        </p:nvSpPr>
        <p:spPr>
          <a:xfrm>
            <a:off x="3134765" y="-36390"/>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7:15</a:t>
            </a:r>
          </a:p>
        </p:txBody>
      </p:sp>
      <p:sp>
        <p:nvSpPr>
          <p:cNvPr id="11" name="Rectangle 10">
            <a:extLst>
              <a:ext uri="{FF2B5EF4-FFF2-40B4-BE49-F238E27FC236}">
                <a16:creationId xmlns:a16="http://schemas.microsoft.com/office/drawing/2014/main" id="{C2081685-00CD-CA2D-095D-AAF4622CDFAE}"/>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B439C262-6A64-EFB7-4A2A-9C4D7751E917}"/>
              </a:ext>
            </a:extLst>
          </p:cNvPr>
          <p:cNvSpPr txBox="1"/>
          <p:nvPr/>
        </p:nvSpPr>
        <p:spPr>
          <a:xfrm>
            <a:off x="491611" y="1905506"/>
            <a:ext cx="5132441" cy="156966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I do not understand what I do. For what I want to do I do not do, but what I hate I do.</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5DDB29EA-167E-A4A9-5800-C124269BEDC3}"/>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19FDE817-62FF-6CD0-471C-B041F761EC4E}"/>
              </a:ext>
            </a:extLst>
          </p:cNvPr>
          <p:cNvSpPr txBox="1"/>
          <p:nvPr/>
        </p:nvSpPr>
        <p:spPr>
          <a:xfrm>
            <a:off x="6567948" y="1905506"/>
            <a:ext cx="5132441" cy="255454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Hindi ko maunawaan ang aking sarili. Sapagkat hindi ko ginagawa ang gusto ko, sa halip ang kinasusuklaman ko ang siya kong ginagawa.</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52CBF871-0CD0-830D-8AF6-66EEBC9C9C2E}"/>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38863203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061ADCA1-BE37-D11B-D67C-F0EF37E8A8D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1678BB-2A5E-5A68-D279-69D4D8854018}"/>
              </a:ext>
            </a:extLst>
          </p:cNvPr>
          <p:cNvSpPr txBox="1"/>
          <p:nvPr/>
        </p:nvSpPr>
        <p:spPr>
          <a:xfrm>
            <a:off x="3134765" y="-36390"/>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7:16</a:t>
            </a:r>
          </a:p>
        </p:txBody>
      </p:sp>
      <p:sp>
        <p:nvSpPr>
          <p:cNvPr id="11" name="Rectangle 10">
            <a:extLst>
              <a:ext uri="{FF2B5EF4-FFF2-40B4-BE49-F238E27FC236}">
                <a16:creationId xmlns:a16="http://schemas.microsoft.com/office/drawing/2014/main" id="{757D571E-D41F-7EAB-BAE2-083C143293A5}"/>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3BB1553F-2500-0D84-DDE6-387C24095EB5}"/>
              </a:ext>
            </a:extLst>
          </p:cNvPr>
          <p:cNvSpPr txBox="1"/>
          <p:nvPr/>
        </p:nvSpPr>
        <p:spPr>
          <a:xfrm>
            <a:off x="491611" y="1905506"/>
            <a:ext cx="5132441" cy="156966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And if I do what I do not want to do, I agree that the law is good.</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74635486-FE99-7875-C760-8BF7CB37463E}"/>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4D1746BC-8245-21CE-C85E-DF0DCF9A4547}"/>
              </a:ext>
            </a:extLst>
          </p:cNvPr>
          <p:cNvSpPr txBox="1"/>
          <p:nvPr/>
        </p:nvSpPr>
        <p:spPr>
          <a:xfrm>
            <a:off x="6567948" y="1905506"/>
            <a:ext cx="5132441" cy="255454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Ngayon, kung ginagawa ko ang hindi ko gusto, nangangahulugang sumasang-ayon ako na mabuti nga ang Kautusan.</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F0C39A24-7A9F-F41E-3F59-98EF6CE132A1}"/>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26299373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B4F47551-6364-0DDD-AEB5-6FC43C8F35B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288871-7D9F-026C-9E45-81E4AF0158AF}"/>
              </a:ext>
            </a:extLst>
          </p:cNvPr>
          <p:cNvSpPr txBox="1"/>
          <p:nvPr/>
        </p:nvSpPr>
        <p:spPr>
          <a:xfrm>
            <a:off x="3134765" y="-36390"/>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7:17</a:t>
            </a:r>
          </a:p>
        </p:txBody>
      </p:sp>
      <p:sp>
        <p:nvSpPr>
          <p:cNvPr id="11" name="Rectangle 10">
            <a:extLst>
              <a:ext uri="{FF2B5EF4-FFF2-40B4-BE49-F238E27FC236}">
                <a16:creationId xmlns:a16="http://schemas.microsoft.com/office/drawing/2014/main" id="{BF8DC709-03DE-BF01-7A77-875B4B2F4E6D}"/>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0A6AFEC3-73A1-0741-7CF3-A38605954945}"/>
              </a:ext>
            </a:extLst>
          </p:cNvPr>
          <p:cNvSpPr txBox="1"/>
          <p:nvPr/>
        </p:nvSpPr>
        <p:spPr>
          <a:xfrm>
            <a:off x="491611" y="1905506"/>
            <a:ext cx="5132441" cy="156966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As it is, it is no longer I myself who do it, but it is sin living in me.</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1B13086D-BF19-0763-E64E-FFFBAFB1F7B2}"/>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A6DF3912-8422-0E42-525D-4554FE2B9C60}"/>
              </a:ext>
            </a:extLst>
          </p:cNvPr>
          <p:cNvSpPr txBox="1"/>
          <p:nvPr/>
        </p:nvSpPr>
        <p:spPr>
          <a:xfrm>
            <a:off x="6567948" y="1905506"/>
            <a:ext cx="5132441" cy="206210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Kung gayon, hindi na ako ang may kagagawan niyon, kundi ang kasalanang naninirahan sa akin.</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E6300342-0D7C-AFCF-EFAB-22B0335596AF}"/>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10709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8018E532-5651-9F7A-9291-F6AA5A26451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9360E68-AFFC-0FE4-3CBD-38ADADA90100}"/>
              </a:ext>
            </a:extLst>
          </p:cNvPr>
          <p:cNvSpPr txBox="1"/>
          <p:nvPr/>
        </p:nvSpPr>
        <p:spPr>
          <a:xfrm>
            <a:off x="3134765" y="-36390"/>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7:18</a:t>
            </a:r>
          </a:p>
        </p:txBody>
      </p:sp>
      <p:sp>
        <p:nvSpPr>
          <p:cNvPr id="11" name="Rectangle 10">
            <a:extLst>
              <a:ext uri="{FF2B5EF4-FFF2-40B4-BE49-F238E27FC236}">
                <a16:creationId xmlns:a16="http://schemas.microsoft.com/office/drawing/2014/main" id="{A1A1CCDA-0E76-FBD1-E75C-A8775C453CBB}"/>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EC8AE423-1A04-0201-1EB1-DFAE5921ABEA}"/>
              </a:ext>
            </a:extLst>
          </p:cNvPr>
          <p:cNvSpPr txBox="1"/>
          <p:nvPr/>
        </p:nvSpPr>
        <p:spPr>
          <a:xfrm>
            <a:off x="491611" y="1905506"/>
            <a:ext cx="5132441" cy="255454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For I know that good itself does not dwell in me, that is, in my sinful nature. For I have the desire to do what is good, but I cannot carry it out.</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5023680F-D14E-19DB-1450-D9A977432965}"/>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166AA3CD-6A35-AF37-BC44-E55DA081FC57}"/>
              </a:ext>
            </a:extLst>
          </p:cNvPr>
          <p:cNvSpPr txBox="1"/>
          <p:nvPr/>
        </p:nvSpPr>
        <p:spPr>
          <a:xfrm>
            <a:off x="6567948" y="1905506"/>
            <a:ext cx="5132441" cy="304698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Alam kong walang mabuting bagay na naninirahan sa aking katawang makalaman. May kakayahan akong naisin ang mabuti, ngunit hindi ko nga lamang ito magawa.</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C7F5AEB4-ECB8-8F55-9FB8-3697CE0A5250}"/>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1439967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0EAC94C7-6763-BA22-EEC8-58BA1492AD6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D757D2-088F-8008-B492-6FC3A7660949}"/>
              </a:ext>
            </a:extLst>
          </p:cNvPr>
          <p:cNvSpPr txBox="1"/>
          <p:nvPr/>
        </p:nvSpPr>
        <p:spPr>
          <a:xfrm>
            <a:off x="3134765" y="-36390"/>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7:19</a:t>
            </a:r>
          </a:p>
        </p:txBody>
      </p:sp>
      <p:sp>
        <p:nvSpPr>
          <p:cNvPr id="11" name="Rectangle 10">
            <a:extLst>
              <a:ext uri="{FF2B5EF4-FFF2-40B4-BE49-F238E27FC236}">
                <a16:creationId xmlns:a16="http://schemas.microsoft.com/office/drawing/2014/main" id="{A030020A-4DFF-CBA4-2A54-C5BA9A6D9E23}"/>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4EB514C7-C83C-6FD3-E5DA-528E14CC6AF8}"/>
              </a:ext>
            </a:extLst>
          </p:cNvPr>
          <p:cNvSpPr txBox="1"/>
          <p:nvPr/>
        </p:nvSpPr>
        <p:spPr>
          <a:xfrm>
            <a:off x="491611" y="1905506"/>
            <a:ext cx="5132441" cy="206210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For I do not do the good I want to do, but the evil I do not want to do—this I keep on doing.</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FD2CC5B1-6AA2-8310-1436-A52545698DF2}"/>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E3D841F0-6C01-292C-B909-C39282E18A0F}"/>
              </a:ext>
            </a:extLst>
          </p:cNvPr>
          <p:cNvSpPr txBox="1"/>
          <p:nvPr/>
        </p:nvSpPr>
        <p:spPr>
          <a:xfrm>
            <a:off x="6567948" y="1905506"/>
            <a:ext cx="5132441" cy="206210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Sapagkat hindi ko ginagawa ang mabuting gusto ko, ang masamang hindi ko gusto ang siya kong ginagawa.</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11D23E8D-5F26-EEE6-2496-D6E94B71D3D3}"/>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25807745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D7AB2AAD-6653-0244-1C41-6556ACE1F35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4532405-787F-337F-0183-D83202495465}"/>
              </a:ext>
            </a:extLst>
          </p:cNvPr>
          <p:cNvSpPr txBox="1"/>
          <p:nvPr/>
        </p:nvSpPr>
        <p:spPr>
          <a:xfrm>
            <a:off x="3134765" y="-36390"/>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7:20</a:t>
            </a:r>
          </a:p>
        </p:txBody>
      </p:sp>
      <p:sp>
        <p:nvSpPr>
          <p:cNvPr id="11" name="Rectangle 10">
            <a:extLst>
              <a:ext uri="{FF2B5EF4-FFF2-40B4-BE49-F238E27FC236}">
                <a16:creationId xmlns:a16="http://schemas.microsoft.com/office/drawing/2014/main" id="{0E1F315E-CB61-CED0-6EA7-B1C124832C11}"/>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48F119AE-E36E-3A6E-CD39-40D7C5097816}"/>
              </a:ext>
            </a:extLst>
          </p:cNvPr>
          <p:cNvSpPr txBox="1"/>
          <p:nvPr/>
        </p:nvSpPr>
        <p:spPr>
          <a:xfrm>
            <a:off x="491611" y="1905506"/>
            <a:ext cx="5132441" cy="206210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Now if I do what I do not want to do, it is no longer I who do it, but it is sin living in me that does it.</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5623B15E-DC7C-7950-7A9C-A6C9819B5642}"/>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D9324DC4-1150-4D93-D81E-BF1278A0A09E}"/>
              </a:ext>
            </a:extLst>
          </p:cNvPr>
          <p:cNvSpPr txBox="1"/>
          <p:nvPr/>
        </p:nvSpPr>
        <p:spPr>
          <a:xfrm>
            <a:off x="6567948" y="1905506"/>
            <a:ext cx="5132441" cy="255454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Kung ang ginagawa ko ay hindi ko nais, hindi na ako ang gumagawa nito kundi ang kasalanang naninirahan sa akin.</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3FE5D005-6F3A-2D3C-E87F-6EE5C15C9FFD}"/>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14538620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C17D0272-FE48-0E80-7525-AFEC3D0B78A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DC8252-9331-F896-B94D-D3E9292478D4}"/>
              </a:ext>
            </a:extLst>
          </p:cNvPr>
          <p:cNvSpPr txBox="1"/>
          <p:nvPr/>
        </p:nvSpPr>
        <p:spPr>
          <a:xfrm>
            <a:off x="3134765" y="-36390"/>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7:21</a:t>
            </a:r>
          </a:p>
        </p:txBody>
      </p:sp>
      <p:sp>
        <p:nvSpPr>
          <p:cNvPr id="11" name="Rectangle 10">
            <a:extLst>
              <a:ext uri="{FF2B5EF4-FFF2-40B4-BE49-F238E27FC236}">
                <a16:creationId xmlns:a16="http://schemas.microsoft.com/office/drawing/2014/main" id="{C9705908-ED85-F25E-C147-58CA9F046C8E}"/>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322E3191-1DF1-D9D8-BDDE-02394656E59D}"/>
              </a:ext>
            </a:extLst>
          </p:cNvPr>
          <p:cNvSpPr txBox="1"/>
          <p:nvPr/>
        </p:nvSpPr>
        <p:spPr>
          <a:xfrm>
            <a:off x="491611" y="1905506"/>
            <a:ext cx="5132441" cy="156966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So I find this law at work: Although I want to do good, evil is right there with me.</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64A5811C-5FD1-6667-4207-33D6DA532287}"/>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63F893FD-DDA6-3948-311B-7D11780CE8CD}"/>
              </a:ext>
            </a:extLst>
          </p:cNvPr>
          <p:cNvSpPr txBox="1"/>
          <p:nvPr/>
        </p:nvSpPr>
        <p:spPr>
          <a:xfrm>
            <a:off x="6567948" y="1905506"/>
            <a:ext cx="5132441" cy="206210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Ito ang natuklasan ko: kapag nais kong gumawa ng mabuti, ang masama ay malapít sa akin.</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B35F919C-86C9-0907-0C55-AE449D5B00E3}"/>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3405116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6DA0B152-5F29-C73C-B73C-51173DCFC0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5CBC37F-F80E-5223-F42A-65E4A23C5F31}"/>
              </a:ext>
            </a:extLst>
          </p:cNvPr>
          <p:cNvSpPr txBox="1"/>
          <p:nvPr/>
        </p:nvSpPr>
        <p:spPr>
          <a:xfrm>
            <a:off x="3134765" y="-36390"/>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a:t>
            </a:r>
            <a:r>
              <a:rPr lang="en-PH" sz="4400" dirty="0">
                <a:solidFill>
                  <a:prstClr val="white"/>
                </a:solidFill>
                <a:latin typeface="Arial Black" panose="020B0A04020102020204" pitchFamily="34" charset="0"/>
              </a:rPr>
              <a:t>7</a:t>
            </a: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:22</a:t>
            </a:r>
          </a:p>
        </p:txBody>
      </p:sp>
      <p:sp>
        <p:nvSpPr>
          <p:cNvPr id="11" name="Rectangle 10">
            <a:extLst>
              <a:ext uri="{FF2B5EF4-FFF2-40B4-BE49-F238E27FC236}">
                <a16:creationId xmlns:a16="http://schemas.microsoft.com/office/drawing/2014/main" id="{543F0622-5286-0E6E-3A3A-6B3268D851F5}"/>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94642E8F-1D6E-49B7-794E-FC358E7266B9}"/>
              </a:ext>
            </a:extLst>
          </p:cNvPr>
          <p:cNvSpPr txBox="1"/>
          <p:nvPr/>
        </p:nvSpPr>
        <p:spPr>
          <a:xfrm>
            <a:off x="491611" y="1905506"/>
            <a:ext cx="5132441" cy="107721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For in my inner being I delight in God’s law;</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9CCCB8BF-8D18-9E6E-FC12-B9B59DB87453}"/>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E0A05757-2515-3143-11DA-12E8DC7DA497}"/>
              </a:ext>
            </a:extLst>
          </p:cNvPr>
          <p:cNvSpPr txBox="1"/>
          <p:nvPr/>
        </p:nvSpPr>
        <p:spPr>
          <a:xfrm>
            <a:off x="6567948" y="1905506"/>
            <a:ext cx="5132441" cy="156966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Sa kaibuturan ng aking puso, ako'y nalulugod sa Kautusan ng Diyos.</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1804A084-02D8-86CA-90CD-0458DCF6AE9C}"/>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24354645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65078CF5-F973-A558-671D-B1BAE727FA4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2330D8E-5B62-B168-F573-E54613D18E1A}"/>
              </a:ext>
            </a:extLst>
          </p:cNvPr>
          <p:cNvSpPr txBox="1"/>
          <p:nvPr/>
        </p:nvSpPr>
        <p:spPr>
          <a:xfrm>
            <a:off x="3134765" y="-36390"/>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7:23</a:t>
            </a:r>
          </a:p>
        </p:txBody>
      </p:sp>
      <p:sp>
        <p:nvSpPr>
          <p:cNvPr id="11" name="Rectangle 10">
            <a:extLst>
              <a:ext uri="{FF2B5EF4-FFF2-40B4-BE49-F238E27FC236}">
                <a16:creationId xmlns:a16="http://schemas.microsoft.com/office/drawing/2014/main" id="{EDBA0E13-C111-6207-C36B-C703A41738E6}"/>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0108E7F6-39A3-3912-FE58-2DC5F6F3D76F}"/>
              </a:ext>
            </a:extLst>
          </p:cNvPr>
          <p:cNvSpPr txBox="1"/>
          <p:nvPr/>
        </p:nvSpPr>
        <p:spPr>
          <a:xfrm>
            <a:off x="491611" y="1905506"/>
            <a:ext cx="5132441" cy="255454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3200" dirty="0">
                <a:solidFill>
                  <a:prstClr val="white"/>
                </a:solidFill>
                <a:latin typeface="Times New Roman" panose="02020603050405020304" pitchFamily="18" charset="0"/>
                <a:cs typeface="Times New Roman" panose="02020603050405020304" pitchFamily="18" charset="0"/>
              </a:rPr>
              <a:t>B</a:t>
            </a:r>
            <a:r>
              <a:rPr kumimoji="0" lang="en-US" sz="3200" b="0" i="0" u="none" strike="noStrike" kern="1200" cap="none" spc="0" normalizeH="0" baseline="0" noProof="0" dirty="0" err="1">
                <a:ln>
                  <a:noFill/>
                </a:ln>
                <a:solidFill>
                  <a:prstClr val="white"/>
                </a:solidFill>
                <a:effectLst/>
                <a:uLnTx/>
                <a:uFillTx/>
                <a:latin typeface="Times New Roman" panose="02020603050405020304" pitchFamily="18" charset="0"/>
                <a:ea typeface="+mn-ea"/>
                <a:cs typeface="Times New Roman" panose="02020603050405020304" pitchFamily="18" charset="0"/>
              </a:rPr>
              <a:t>ut</a:t>
            </a:r>
            <a:r>
              <a:rPr kumimoji="0" lang="en-US"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 I see another law at work in me, waging war against the law of my mind and making me a prisoner of the law of sin at work within me.</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10F90CDE-D67F-FB50-6D5D-6D87E464ADDF}"/>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0EA1EAF4-0359-3E1F-5377-317BB49402BA}"/>
              </a:ext>
            </a:extLst>
          </p:cNvPr>
          <p:cNvSpPr txBox="1"/>
          <p:nvPr/>
        </p:nvSpPr>
        <p:spPr>
          <a:xfrm>
            <a:off x="6567948" y="1905506"/>
            <a:ext cx="5132441" cy="403187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Ngunit may ibang kapangyarihan sa mga bahagi ng aking katawan na salungat sa tuntunin ng aking isip; binibihag ako ng kapangyarihang ito sa kasalanang naninirahan sa aking katawan.</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ED9090B1-29B1-CA36-0234-BCAC06A5F01B}"/>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2375303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456D471E-7735-C832-6E2A-2D0647E31F3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0AA49B0-A727-A305-C015-EA547845A86B}"/>
              </a:ext>
            </a:extLst>
          </p:cNvPr>
          <p:cNvSpPr txBox="1"/>
          <p:nvPr/>
        </p:nvSpPr>
        <p:spPr>
          <a:xfrm>
            <a:off x="3134765" y="-36390"/>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a:t>
            </a:r>
            <a:r>
              <a:rPr lang="en-PH" sz="4400" dirty="0">
                <a:solidFill>
                  <a:prstClr val="white"/>
                </a:solidFill>
                <a:latin typeface="Arial Black" panose="020B0A04020102020204" pitchFamily="34" charset="0"/>
              </a:rPr>
              <a:t>7</a:t>
            </a: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:24</a:t>
            </a:r>
          </a:p>
        </p:txBody>
      </p:sp>
      <p:sp>
        <p:nvSpPr>
          <p:cNvPr id="11" name="Rectangle 10">
            <a:extLst>
              <a:ext uri="{FF2B5EF4-FFF2-40B4-BE49-F238E27FC236}">
                <a16:creationId xmlns:a16="http://schemas.microsoft.com/office/drawing/2014/main" id="{B5483571-DBE5-BE7F-58F4-DDAB8790A80C}"/>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62A889BA-3B2C-5D92-EF19-8EDD3FF370F7}"/>
              </a:ext>
            </a:extLst>
          </p:cNvPr>
          <p:cNvSpPr txBox="1"/>
          <p:nvPr/>
        </p:nvSpPr>
        <p:spPr>
          <a:xfrm>
            <a:off x="491611" y="1905506"/>
            <a:ext cx="5132441" cy="156966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3200" dirty="0">
                <a:solidFill>
                  <a:prstClr val="white"/>
                </a:solidFill>
                <a:latin typeface="Times New Roman" panose="02020603050405020304" pitchFamily="18" charset="0"/>
                <a:cs typeface="Times New Roman" panose="02020603050405020304" pitchFamily="18" charset="0"/>
              </a:rPr>
              <a:t>What a wretched man I am! Who will rescue me from this body that is subject to death?</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1CB2662D-048E-176B-B448-65788BA4040E}"/>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B6C12D2B-99C4-A96B-5BAB-ADB3A78AFCC6}"/>
              </a:ext>
            </a:extLst>
          </p:cNvPr>
          <p:cNvSpPr txBox="1"/>
          <p:nvPr/>
        </p:nvSpPr>
        <p:spPr>
          <a:xfrm>
            <a:off x="6567948" y="1905506"/>
            <a:ext cx="5132441" cy="255454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Kay saklap ng aking kalagayan! Sino ang magliligtas sa akin mula sa katawang ito na nagdadala sa akin sa kamatayan?</a:t>
            </a:r>
            <a:endParaRPr kumimoji="0" lang="en-PH" sz="32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EDA4B95A-F90C-7178-D449-FB464DAEB941}"/>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26625932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9000" b="-29000"/>
          </a:stretch>
        </a:blipFill>
        <a:effectLst/>
      </p:bgPr>
    </p:bg>
    <p:spTree>
      <p:nvGrpSpPr>
        <p:cNvPr id="1" name="">
          <a:extLst>
            <a:ext uri="{FF2B5EF4-FFF2-40B4-BE49-F238E27FC236}">
              <a16:creationId xmlns:a16="http://schemas.microsoft.com/office/drawing/2014/main" id="{241488E6-AA55-E52F-F32C-8FD7AC7E202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3AC1EAA-469A-0798-9365-65F17B3FFBDD}"/>
              </a:ext>
            </a:extLst>
          </p:cNvPr>
          <p:cNvSpPr txBox="1"/>
          <p:nvPr/>
        </p:nvSpPr>
        <p:spPr>
          <a:xfrm>
            <a:off x="3134765" y="-36390"/>
            <a:ext cx="5968181"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Romans </a:t>
            </a:r>
            <a:r>
              <a:rPr lang="en-PH" sz="4400" dirty="0">
                <a:solidFill>
                  <a:prstClr val="white"/>
                </a:solidFill>
                <a:latin typeface="Arial Black" panose="020B0A04020102020204" pitchFamily="34" charset="0"/>
              </a:rPr>
              <a:t>7</a:t>
            </a:r>
            <a:r>
              <a:rPr kumimoji="0" lang="en-PH" sz="4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:25</a:t>
            </a:r>
          </a:p>
        </p:txBody>
      </p:sp>
      <p:sp>
        <p:nvSpPr>
          <p:cNvPr id="11" name="Rectangle 10">
            <a:extLst>
              <a:ext uri="{FF2B5EF4-FFF2-40B4-BE49-F238E27FC236}">
                <a16:creationId xmlns:a16="http://schemas.microsoft.com/office/drawing/2014/main" id="{71D2DA31-FD21-AA09-E860-5A8A9CAD8BC9}"/>
              </a:ext>
            </a:extLst>
          </p:cNvPr>
          <p:cNvSpPr/>
          <p:nvPr/>
        </p:nvSpPr>
        <p:spPr>
          <a:xfrm>
            <a:off x="6095997" y="1271336"/>
            <a:ext cx="45719" cy="56899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1BCF3BEC-3A45-C6F1-1FC3-F59719A8D5C6}"/>
              </a:ext>
            </a:extLst>
          </p:cNvPr>
          <p:cNvSpPr txBox="1"/>
          <p:nvPr/>
        </p:nvSpPr>
        <p:spPr>
          <a:xfrm>
            <a:off x="491611" y="1905506"/>
            <a:ext cx="5132441" cy="310854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800" dirty="0">
                <a:solidFill>
                  <a:prstClr val="white"/>
                </a:solidFill>
                <a:latin typeface="Times New Roman" panose="02020603050405020304" pitchFamily="18" charset="0"/>
                <a:cs typeface="Times New Roman" panose="02020603050405020304" pitchFamily="18" charset="0"/>
              </a:rPr>
              <a:t>Thanks be to God, who delivers me through Jesus Christ our Lord!</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2800" dirty="0">
              <a:solidFill>
                <a:prstClr val="white"/>
              </a:solidFill>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800" dirty="0">
                <a:solidFill>
                  <a:prstClr val="white"/>
                </a:solidFill>
                <a:latin typeface="Times New Roman" panose="02020603050405020304" pitchFamily="18" charset="0"/>
                <a:cs typeface="Times New Roman" panose="02020603050405020304" pitchFamily="18" charset="0"/>
              </a:rPr>
              <a:t>So then, I myself in my mind am a slave to God’s law, but in my sinful nature a slave to the law of sin.</a:t>
            </a:r>
            <a:endParaRPr kumimoji="0" lang="en-PH"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3" name="TextBox 12">
            <a:extLst>
              <a:ext uri="{FF2B5EF4-FFF2-40B4-BE49-F238E27FC236}">
                <a16:creationId xmlns:a16="http://schemas.microsoft.com/office/drawing/2014/main" id="{8E16098B-8AA0-BDB0-B336-50ABF348C084}"/>
              </a:ext>
            </a:extLst>
          </p:cNvPr>
          <p:cNvSpPr txBox="1"/>
          <p:nvPr/>
        </p:nvSpPr>
        <p:spPr>
          <a:xfrm>
            <a:off x="1769804" y="1165761"/>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NIV</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
        <p:nvSpPr>
          <p:cNvPr id="14" name="TextBox 13">
            <a:extLst>
              <a:ext uri="{FF2B5EF4-FFF2-40B4-BE49-F238E27FC236}">
                <a16:creationId xmlns:a16="http://schemas.microsoft.com/office/drawing/2014/main" id="{DECD7C0E-0A80-0EE9-8095-618B89E6F798}"/>
              </a:ext>
            </a:extLst>
          </p:cNvPr>
          <p:cNvSpPr txBox="1"/>
          <p:nvPr/>
        </p:nvSpPr>
        <p:spPr>
          <a:xfrm>
            <a:off x="6567948" y="1905506"/>
            <a:ext cx="5132441" cy="432426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25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Wala nang iba pa kundi ang Diyos sa pamamagitan ni Jesu-Cristo na ating Panginoon! Salamat sa kanya!</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sv-SE" sz="25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sv-SE" sz="25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Ito nga ang kalagayan ko: sa pamamagitan ng aking isip, pinaglilingkuran ko ang Kautusan ng Diyos, ngunit sa pamamagitan ng aking katawang makalaman ay pinaglilingkuran ko ang tuntunin ng kasalanan.</a:t>
            </a:r>
            <a:endParaRPr kumimoji="0" lang="en-PH" sz="25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DE4ADB07-4EF6-6F16-B428-936C6BFE1755}"/>
              </a:ext>
            </a:extLst>
          </p:cNvPr>
          <p:cNvSpPr txBox="1"/>
          <p:nvPr/>
        </p:nvSpPr>
        <p:spPr>
          <a:xfrm>
            <a:off x="7926519" y="1165760"/>
            <a:ext cx="24152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MBBTAG</a:t>
            </a:r>
            <a:endParaRPr kumimoji="0" lang="en-PH" sz="32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endParaRPr>
          </a:p>
        </p:txBody>
      </p:sp>
    </p:spTree>
    <p:extLst>
      <p:ext uri="{BB962C8B-B14F-4D97-AF65-F5344CB8AC3E}">
        <p14:creationId xmlns:p14="http://schemas.microsoft.com/office/powerpoint/2010/main" val="31158534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1609</Words>
  <Application>Microsoft Office PowerPoint</Application>
  <PresentationFormat>Widescreen</PresentationFormat>
  <Paragraphs>133</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Arial Black</vt:lpstr>
      <vt:lpstr>Calibri</vt:lpstr>
      <vt:lpstr>Calibri Light</vt:lpstr>
      <vt:lpstr>Times New Roman</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Aeron Solano</dc:creator>
  <cp:lastModifiedBy>Aeron Solano</cp:lastModifiedBy>
  <cp:revision>3</cp:revision>
  <dcterms:created xsi:type="dcterms:W3CDTF">2024-11-16T21:09:02Z</dcterms:created>
  <dcterms:modified xsi:type="dcterms:W3CDTF">2026-03-04T13:30:26Z</dcterms:modified>
</cp:coreProperties>
</file>